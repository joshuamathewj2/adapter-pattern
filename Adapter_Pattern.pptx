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960120"/>
            <a:ext cx="2560320" cy="347472"/>
          </a:xfrm>
          <a:prstGeom prst="rect">
            <a:avLst/>
          </a:prstGeom>
          <a:solidFill>
            <a:srgbClr val="0D2233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GoF  ·  STRUCTURAL PATTERN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Design Pattern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"Making incompatible interfaces work together"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PROJECT: Weather Aggregator  ·  Python  ·  OOSE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/  What is the Adapter Pattern?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22860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023360" cy="356616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🔌  US Plug → EU Socket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US laptop plug won't fit 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German wall socket. You need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adapter in between.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concept in software: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classes with different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interfaces need a bridge.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868680"/>
            <a:ext cx="4480560" cy="1645920"/>
          </a:xfrm>
          <a:prstGeom prst="rect">
            <a:avLst/>
          </a:prstGeom>
          <a:solidFill>
            <a:srgbClr val="0D1F1A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868680"/>
            <a:ext cx="82296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3258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structural design pattern that allows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objects with incompatible interfaces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collaborate — without modifying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their source code.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2651760"/>
            <a:ext cx="4480560" cy="1828800"/>
          </a:xfrm>
          <a:prstGeom prst="rect">
            <a:avLst/>
          </a:prstGeom>
          <a:solidFill>
            <a:srgbClr val="1A102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651760"/>
            <a:ext cx="82296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known as: Wrapper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31089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Wraps an incompatible object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Translates method calls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Client stays unaware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/  The Problem — Why Adapter?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22860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app needs weather data. Three services exist — all speak different languages: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88920" cy="3474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2788920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C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OpenWeatherMap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JSON / dict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2560320" cy="896112"/>
          </a:xfrm>
          <a:prstGeom prst="rect">
            <a:avLst/>
          </a:prstGeom>
          <a:solidFill>
            <a:srgbClr val="06081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1214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{"main":{"temp": 308.15}}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Returns Kelvin, not Celsius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Can't use directly!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788920" cy="3474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234440"/>
            <a:ext cx="278892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C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wttr.in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5848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Plain 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084832"/>
            <a:ext cx="2560320" cy="896112"/>
          </a:xfrm>
          <a:prstGeom prst="rect">
            <a:avLst/>
          </a:prstGeom>
          <a:solidFill>
            <a:srgbClr val="06081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21214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"Weather in Chennai: +35C"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55848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Returns a raw string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Can't use directly!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234440"/>
            <a:ext cx="2788920" cy="3474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1234440"/>
            <a:ext cx="278892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C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 XML 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XML String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084832"/>
            <a:ext cx="2560320" cy="896112"/>
          </a:xfrm>
          <a:prstGeom prst="rect">
            <a:avLst/>
          </a:prstGeom>
          <a:solidFill>
            <a:srgbClr val="06081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19088" y="212140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&lt;temp_celsius&gt;35&lt;/temp_celsius&gt;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27648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Old XML format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Can't use directly!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/  The Solution — Pattern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22860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920240"/>
            <a:ext cx="192024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920240"/>
            <a:ext cx="192024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(main.py)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 interface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920240"/>
            <a:ext cx="192024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920240"/>
            <a:ext cx="192024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«interface»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WeatherProvider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get_temperature()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get_description()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920240"/>
            <a:ext cx="192024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1920240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 classes)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 each format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95160" y="1920240"/>
            <a:ext cx="1920240" cy="137160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95160" y="1920240"/>
            <a:ext cx="19202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057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(incompatible)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/ Text / XML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40280" y="2578608"/>
            <a:ext cx="914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0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53712" y="2578608"/>
            <a:ext cx="914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76288" y="2578608"/>
            <a:ext cx="9144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450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2788920" cy="1143000"/>
          </a:xfrm>
          <a:prstGeom prst="rect">
            <a:avLst/>
          </a:prstGeom>
          <a:solidFill>
            <a:srgbClr val="0D0F15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11880"/>
            <a:ext cx="82296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6758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Single Responsibility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Conversion logic isolated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3611880"/>
            <a:ext cx="2788920" cy="1143000"/>
          </a:xfrm>
          <a:prstGeom prst="rect">
            <a:avLst/>
          </a:prstGeom>
          <a:solidFill>
            <a:srgbClr val="0D0F15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611880"/>
            <a:ext cx="82296" cy="1143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47288" y="36758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Open / Closed Principle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adapters, don't modify client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611880"/>
            <a:ext cx="2788920" cy="1143000"/>
          </a:xfrm>
          <a:prstGeom prst="rect">
            <a:avLst/>
          </a:prstGeom>
          <a:solidFill>
            <a:srgbClr val="0D0F15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3611880"/>
            <a:ext cx="82296" cy="11430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67588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 Zero coupling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never touches raw services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/  Code Walkthrough — Python Implementation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22860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5120640" cy="3931920"/>
          </a:xfrm>
          <a:prstGeom prst="rect">
            <a:avLst/>
          </a:prstGeom>
          <a:solidFill>
            <a:srgbClr val="06081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weather_provider.py  —  The Interface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WeatherProvider(ABC):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get_temperature(self, city):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   # returns float (Celsius)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get_description(self, city):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   # returns string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090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adapters.py  —  One Adapter (OpenWeather)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410712"/>
            <a:ext cx="4846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OpenWeatherAdapter(WeatherProvider):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self._api = OpenWeatherMapAPI()   # wrap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get_temperature(self, city):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self._api.fetch_data(city)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kelvin = data["main"]["temp"]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kelvin - 273.15   # TRANSLATE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68112" y="1353312"/>
            <a:ext cx="54864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353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base class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forces contract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68112" y="2176272"/>
            <a:ext cx="54864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1762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adapters must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this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68112" y="3246120"/>
            <a:ext cx="54864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246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Wraps incompatible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object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68112" y="3977640"/>
            <a:ext cx="54864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977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ADAPTATION: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 → Celsius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/  Demo Output &amp; Project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22860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3840480" cy="3931920"/>
          </a:xfrm>
          <a:prstGeom prst="rect">
            <a:avLst/>
          </a:prstGeom>
          <a:solidFill>
            <a:srgbClr val="06081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 adapter_project/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3639312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64008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weather_provider.py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Interface (ABC)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3639312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139696"/>
            <a:ext cx="64008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68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Incompatible Services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889504"/>
            <a:ext cx="3639312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889504"/>
            <a:ext cx="64008" cy="6400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adapters.py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2186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3 Adapter Classes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639312"/>
            <a:ext cx="3639312" cy="64008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639312"/>
            <a:ext cx="64008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94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9684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Code (runs it)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51960" y="868680"/>
            <a:ext cx="4663440" cy="3931920"/>
          </a:xfrm>
          <a:prstGeom prst="rect">
            <a:avLst/>
          </a:prstGeom>
          <a:solidFill>
            <a:srgbClr val="02040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129844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Using: OpenWeatherMap API ──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0" y="154533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📍 Chennai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389120" y="179222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🌡  Temperature : 35.0°C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0" y="203911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🔌 Source: OpenWeatherMap API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0" y="228600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253288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Using: wttr.in API ──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389120" y="277977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📍 Chennai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89120" y="302666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🌡  Temperature : 35.0°C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389120" y="327355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🔌 Source: wttr.in API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89120" y="3520440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89120" y="376732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 Using: Legacy XML Service ──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89120" y="401421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📍 Chennai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89120" y="426110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🌡  Temperature : 35.0°C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89120" y="450799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🔌 Source: Legacy XML Service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251960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Same output. 3 different sources.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/  Summary &amp; Key Viva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8595360" cy="22860"/>
          </a:xfrm>
          <a:prstGeom prst="rect">
            <a:avLst/>
          </a:prstGeom>
          <a:solidFill>
            <a:srgbClr val="1E2230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20624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420624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78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978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3441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— part of the GoF 23 Design Patterns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21992"/>
            <a:ext cx="420624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21992"/>
            <a:ext cx="42062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Intent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" y="2697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Bridge two incompatible interfaces without modifying existing 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75304"/>
            <a:ext cx="420624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575304"/>
            <a:ext cx="420624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Components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4050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 →  Interface  →  Adapter  →  Service (Adaptee)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20624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868680"/>
            <a:ext cx="42062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9784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9784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Technique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64608" y="1344168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ABC + @abstractmethod enforces the contract on all adapters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221992"/>
            <a:ext cx="420624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221992"/>
            <a:ext cx="42062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3317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SOLID Principles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64608" y="26974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Satisfies Single Responsibility + Open/Closed Principle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575304"/>
            <a:ext cx="4206240" cy="1188720"/>
          </a:xfrm>
          <a:prstGeom prst="rect">
            <a:avLst/>
          </a:prstGeom>
          <a:solidFill>
            <a:srgbClr val="111318"/>
          </a:solidFill>
          <a:ln w="12700">
            <a:solidFill>
              <a:srgbClr val="1E22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75304"/>
            <a:ext cx="4206240" cy="640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36850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685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Usage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64608" y="40507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ORMs, API wrappers, legacy system integration, payment gateways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Adapter Design Pattern</dc:title>
  <dc:subject>PptxGenJS Presentation</dc:subject>
  <dc:creator>PptxGenJS</dc:creator>
  <cp:lastModifiedBy>PptxGenJS</cp:lastModifiedBy>
  <cp:revision>1</cp:revision>
  <dcterms:created xsi:type="dcterms:W3CDTF">2026-03-30T18:59:00Z</dcterms:created>
  <dcterms:modified xsi:type="dcterms:W3CDTF">2026-03-30T18:59:00Z</dcterms:modified>
</cp:coreProperties>
</file>